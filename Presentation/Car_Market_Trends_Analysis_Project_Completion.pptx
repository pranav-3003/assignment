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2"/>
  </p:notesMasterIdLst>
  <p:handoutMasterIdLst>
    <p:handoutMasterId r:id="rId13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0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8/23/2026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8/23/2026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8/23/2026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8/23/2026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8/23/2026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hyperlink" Target="https://github.com/Pranav-3003/Assignment/tree/main/Project4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3400089" cy="861497"/>
          </a:xfrm>
        </p:spPr>
        <p:txBody>
          <a:bodyPr/>
          <a:lstStyle/>
          <a:p>
            <a:pPr algn="r"/>
            <a:r>
              <a:rPr sz="2400" b="1"/>
              <a:t>Pranav Shelke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2794001"/>
            <a:ext cx="8160133" cy="743448"/>
          </a:xfrm>
        </p:spPr>
        <p:txBody>
          <a:bodyPr>
            <a:noAutofit/>
          </a:bodyPr>
          <a:lstStyle/>
          <a:p>
            <a:r>
              <a:rPr sz="4000" b="1" dirty="0"/>
              <a:t>Car Market Trends Analysis with Car Dekho Data</a:t>
            </a:r>
            <a:endParaRPr lang="en-IN" sz="4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75957" y="2077424"/>
            <a:ext cx="7423014" cy="3924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rPr dirty="0"/>
              <a:t>The used-car market contains multiple factors that influence vehicle pricing and customer choices.</a:t>
            </a:r>
          </a:p>
          <a:p>
            <a:pPr>
              <a:spcAft>
                <a:spcPts val="800"/>
              </a:spcAft>
              <a:defRPr sz="1900"/>
            </a:pPr>
            <a:endParaRPr dirty="0"/>
          </a:p>
          <a:p>
            <a:pPr>
              <a:spcAft>
                <a:spcPts val="800"/>
              </a:spcAft>
              <a:defRPr sz="1900"/>
            </a:pPr>
            <a:r>
              <a:rPr dirty="0"/>
              <a:t>This project analyzes Car Dekho data to:</a:t>
            </a:r>
          </a:p>
          <a:p>
            <a:pPr>
              <a:spcAft>
                <a:spcPts val="800"/>
              </a:spcAft>
              <a:defRPr sz="1900"/>
            </a:pPr>
            <a:r>
              <a:rPr dirty="0"/>
              <a:t>• Understand used-car price patterns.</a:t>
            </a:r>
          </a:p>
          <a:p>
            <a:pPr>
              <a:spcAft>
                <a:spcPts val="800"/>
              </a:spcAft>
              <a:defRPr sz="1900"/>
            </a:pPr>
            <a:r>
              <a:rPr dirty="0"/>
              <a:t>• Examine the influence of fuel type, transmission and seller type.</a:t>
            </a:r>
          </a:p>
          <a:p>
            <a:pPr>
              <a:spcAft>
                <a:spcPts val="800"/>
              </a:spcAft>
              <a:defRPr sz="1900"/>
            </a:pPr>
            <a:r>
              <a:rPr dirty="0"/>
              <a:t>• Explore the relationship between manufacturing year, vehicle age and selling price.</a:t>
            </a:r>
          </a:p>
          <a:p>
            <a:pPr>
              <a:spcAft>
                <a:spcPts val="800"/>
              </a:spcAft>
              <a:defRPr sz="1900"/>
            </a:pPr>
            <a:r>
              <a:rPr dirty="0"/>
              <a:t>• Generate data-driven insights that can support pricing and market analysis.</a:t>
            </a:r>
          </a:p>
        </p:txBody>
      </p:sp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7359" y="2194535"/>
            <a:ext cx="10058400" cy="2472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dirty="0"/>
              <a:t>This project performs exploratory data analysis on 301 car records containing vehicle and transaction-related information.</a:t>
            </a:r>
          </a:p>
          <a:p>
            <a:pPr>
              <a:spcAft>
                <a:spcPts val="800"/>
              </a:spcAft>
              <a:defRPr sz="1800"/>
            </a:pPr>
            <a:endParaRPr sz="1000" dirty="0"/>
          </a:p>
          <a:p>
            <a:pPr>
              <a:spcAft>
                <a:spcPts val="800"/>
              </a:spcAft>
              <a:defRPr sz="1800"/>
            </a:pPr>
            <a:r>
              <a:rPr dirty="0"/>
              <a:t>The dataset includes car name, manufacturing year, selling price, present price, kilometers driven, fuel type, seller type, transmission type and ownership history.</a:t>
            </a:r>
          </a:p>
          <a:p>
            <a:pPr>
              <a:spcAft>
                <a:spcPts val="800"/>
              </a:spcAft>
              <a:defRPr sz="1800"/>
            </a:pPr>
            <a:endParaRPr sz="1000" dirty="0"/>
          </a:p>
          <a:p>
            <a:pPr>
              <a:spcAft>
                <a:spcPts val="800"/>
              </a:spcAft>
              <a:defRPr sz="1800"/>
            </a:pPr>
            <a:r>
              <a:rPr dirty="0"/>
              <a:t>Python-based data analysis and visualization techniques are used to identify important trends and factors associated with used-car selling prices.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0008" y="2099231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rPr dirty="0"/>
              <a:t>• Used-car buyers and sellers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• Automobile dealers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• Car pricing and valuation analysts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• Automotive market researchers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• Data analysts and students</a:t>
            </a:r>
          </a:p>
          <a:p>
            <a:pPr>
              <a:spcAft>
                <a:spcPts val="800"/>
              </a:spcAft>
              <a:defRPr sz="2000"/>
            </a:pPr>
            <a:endParaRPr dirty="0"/>
          </a:p>
          <a:p>
            <a:pPr>
              <a:spcAft>
                <a:spcPts val="800"/>
              </a:spcAft>
              <a:defRPr sz="2000"/>
            </a:pPr>
            <a:r>
              <a:rPr dirty="0"/>
              <a:t>The analysis helps stakeholders understand factors that influence used-car prices and identify meaningful market trends.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79190" y="1699012"/>
            <a:ext cx="339323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rPr dirty="0"/>
              <a:t>Programming &amp; Analysis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• Python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• Pandas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• NumPy</a:t>
            </a:r>
          </a:p>
          <a:p>
            <a:pPr>
              <a:spcAft>
                <a:spcPts val="800"/>
              </a:spcAft>
              <a:defRPr sz="2000"/>
            </a:pPr>
            <a:endParaRPr sz="800" dirty="0"/>
          </a:p>
          <a:p>
            <a:pPr>
              <a:spcAft>
                <a:spcPts val="800"/>
              </a:spcAft>
              <a:defRPr sz="2000"/>
            </a:pPr>
            <a:r>
              <a:rPr dirty="0"/>
              <a:t>Visualization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• Matplotlib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D0E0D2-6349-0E57-B0C0-B09209E88F0E}"/>
              </a:ext>
            </a:extLst>
          </p:cNvPr>
          <p:cNvSpPr txBox="1"/>
          <p:nvPr/>
        </p:nvSpPr>
        <p:spPr>
          <a:xfrm>
            <a:off x="4926563" y="1699012"/>
            <a:ext cx="3044890" cy="2657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rPr lang="en-IN" sz="2000" dirty="0"/>
              <a:t>Development Environment</a:t>
            </a:r>
          </a:p>
          <a:p>
            <a:pPr>
              <a:spcAft>
                <a:spcPts val="800"/>
              </a:spcAft>
              <a:defRPr sz="2000"/>
            </a:pPr>
            <a:r>
              <a:rPr lang="en-IN" sz="2000" dirty="0"/>
              <a:t>• Jupyter Notebook / Python Environment</a:t>
            </a:r>
          </a:p>
          <a:p>
            <a:pPr>
              <a:spcAft>
                <a:spcPts val="800"/>
              </a:spcAft>
              <a:defRPr sz="2000"/>
            </a:pPr>
            <a:endParaRPr lang="en-IN" sz="2000" dirty="0"/>
          </a:p>
          <a:p>
            <a:pPr>
              <a:spcAft>
                <a:spcPts val="800"/>
              </a:spcAft>
              <a:defRPr sz="2000"/>
            </a:pPr>
            <a:r>
              <a:rPr lang="en-IN" sz="2000" dirty="0"/>
              <a:t>Dataset Format</a:t>
            </a:r>
          </a:p>
          <a:p>
            <a:pPr>
              <a:spcAft>
                <a:spcPts val="800"/>
              </a:spcAft>
              <a:defRPr sz="2000"/>
            </a:pPr>
            <a:r>
              <a:rPr lang="en-IN" sz="2000" dirty="0"/>
              <a:t>• CSV – Car Dekho Data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9327531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r>
              <a:rPr lang="en-GB" sz="2000" b="0" u="sng" dirty="0">
                <a:solidFill>
                  <a:srgbClr val="0070C0"/>
                </a:solidFill>
              </a:rPr>
              <a:t>: </a:t>
            </a:r>
            <a:r>
              <a:rPr lang="en-GB" sz="1400" b="0" u="sng" dirty="0">
                <a:solidFill>
                  <a:srgbClr val="0070C0"/>
                </a:solidFill>
                <a:hlinkClick r:id="rId4"/>
              </a:rPr>
              <a:t>https://github.com/Pranav-3003/Assignment/tree/main/Project4</a:t>
            </a:r>
            <a:r>
              <a:rPr lang="en-GB" sz="1400" b="0" u="sng" dirty="0">
                <a:solidFill>
                  <a:srgbClr val="0070C0"/>
                </a:solidFill>
              </a:rPr>
              <a:t> </a:t>
            </a:r>
            <a:endParaRPr lang="en-IN" sz="1400" b="0" u="sng" dirty="0">
              <a:solidFill>
                <a:srgbClr val="0070C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21740" y="1496025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rPr dirty="0"/>
              <a:t>Key Results</a:t>
            </a:r>
          </a:p>
          <a:p>
            <a:pPr>
              <a:spcAft>
                <a:spcPts val="800"/>
              </a:spcAft>
              <a:defRPr sz="1500"/>
            </a:pPr>
            <a:r>
              <a:rPr dirty="0"/>
              <a:t>• Total car records analyzed: 301</a:t>
            </a:r>
          </a:p>
          <a:p>
            <a:pPr>
              <a:spcAft>
                <a:spcPts val="800"/>
              </a:spcAft>
              <a:defRPr sz="1500"/>
            </a:pPr>
            <a:r>
              <a:rPr dirty="0"/>
              <a:t>• Average selling price: 4.66</a:t>
            </a:r>
          </a:p>
          <a:p>
            <a:pPr>
              <a:spcAft>
                <a:spcPts val="800"/>
              </a:spcAft>
              <a:defRPr sz="1500"/>
            </a:pPr>
            <a:r>
              <a:rPr dirty="0"/>
              <a:t>• Highest selling price: 35.00</a:t>
            </a:r>
          </a:p>
          <a:p>
            <a:pPr>
              <a:spcAft>
                <a:spcPts val="800"/>
              </a:spcAft>
              <a:defRPr sz="1500"/>
            </a:pPr>
            <a:r>
              <a:rPr dirty="0"/>
              <a:t>• Manufacturing years range from 2003 to 2018.</a:t>
            </a:r>
          </a:p>
          <a:p>
            <a:pPr>
              <a:spcAft>
                <a:spcPts val="800"/>
              </a:spcAft>
              <a:defRPr sz="1500"/>
            </a:pPr>
            <a:r>
              <a:rPr dirty="0"/>
              <a:t>• Fuel type, transmission and seller type show noticeable differences in average selling prices.</a:t>
            </a:r>
          </a:p>
          <a:p>
            <a:pPr>
              <a:spcAft>
                <a:spcPts val="800"/>
              </a:spcAft>
              <a:defRPr sz="1500"/>
            </a:pPr>
            <a:r>
              <a:rPr dirty="0"/>
              <a:t>• The analysis provides useful insights into used-car market trends and pricing factors.</a:t>
            </a:r>
          </a:p>
        </p:txBody>
      </p:sp>
      <p:pic>
        <p:nvPicPr>
          <p:cNvPr id="32" name="Picture 31" descr="fuel_pri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6623" y="1275371"/>
            <a:ext cx="3464866" cy="2227414"/>
          </a:xfrm>
          <a:prstGeom prst="rect">
            <a:avLst/>
          </a:prstGeom>
        </p:spPr>
      </p:pic>
      <p:pic>
        <p:nvPicPr>
          <p:cNvPr id="33" name="Picture 32" descr="transmission_pri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0940" y="3429000"/>
            <a:ext cx="3576233" cy="2299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10337" y="2843113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565</TotalTime>
  <Words>308</Words>
  <Application>Microsoft Office PowerPoint</Application>
  <PresentationFormat>Widescreen</PresentationFormat>
  <Paragraphs>49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Trebuchet MS</vt:lpstr>
      <vt:lpstr>Wingdings</vt:lpstr>
      <vt:lpstr>Wingdings 3</vt:lpstr>
      <vt:lpstr>Facet</vt:lpstr>
      <vt:lpstr>Car Market Trends Analysis with Car Dekho Data</vt:lpstr>
      <vt:lpstr>PROBLEM  STATEMENT</vt:lpstr>
      <vt:lpstr>Project Description  </vt:lpstr>
      <vt:lpstr>WHO ARE THE END USERS?</vt:lpstr>
      <vt:lpstr>Technology Used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Pranav Shelke</cp:lastModifiedBy>
  <cp:revision>75</cp:revision>
  <dcterms:created xsi:type="dcterms:W3CDTF">2021-07-11T13:13:15Z</dcterms:created>
  <dcterms:modified xsi:type="dcterms:W3CDTF">2026-08-23T13:06:25Z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