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Pranav-3003/Assignment/tree/main/Project2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5131044"/>
            <a:ext cx="3400089" cy="861497"/>
          </a:xfrm>
        </p:spPr>
        <p:txBody>
          <a:bodyPr/>
          <a:lstStyle/>
          <a:p>
            <a:pPr algn="r"/>
            <a:r>
              <a:rPr sz="2400" b="1" dirty="0"/>
              <a:t>Pranav Shelke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977844"/>
            <a:ext cx="8234778" cy="1049365"/>
          </a:xfrm>
        </p:spPr>
        <p:txBody>
          <a:bodyPr>
            <a:noAutofit/>
          </a:bodyPr>
          <a:lstStyle/>
          <a:p>
            <a:r>
              <a:rPr sz="4000" b="1" dirty="0"/>
              <a:t>Healthcare Analytics for Doctor Visits</a:t>
            </a:r>
            <a:endParaRPr lang="en-IN" sz="40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09038"/>
            <a:ext cx="6995604" cy="790111"/>
          </a:xfrm>
        </p:spPr>
        <p:txBody>
          <a:bodyPr>
            <a:normAutofit/>
          </a:bodyPr>
          <a:lstStyle/>
          <a:p>
            <a:r>
              <a:rPr lang="en-US" sz="3600" dirty="0"/>
              <a:t>PROBLEM  STATEMENT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5957" y="1953597"/>
            <a:ext cx="7319727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The healthcare sector generates large amounts of patient data, but extracting useful patterns is challenging.</a:t>
            </a:r>
          </a:p>
          <a:p>
            <a:pPr>
              <a:spcAft>
                <a:spcPts val="1000"/>
              </a:spcAft>
              <a:defRPr sz="2000"/>
            </a:pPr>
            <a:endParaRPr sz="800"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This project analyzes doctor visits and health-related factors to: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Understand patterns in doctor visits.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Examine the relationship between illness, chronic conditions and visits.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Compare healthcare utilization across demographic and insurance-related groups.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Generate insights that can support healthcare planning and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693246"/>
            <a:ext cx="6276109" cy="830997"/>
          </a:xfrm>
        </p:spPr>
        <p:txBody>
          <a:bodyPr>
            <a:noAutofit/>
          </a:bodyPr>
          <a:lstStyle/>
          <a:p>
            <a:r>
              <a:rPr lang="en-GB" sz="3600" dirty="0"/>
              <a:t>Project Description</a:t>
            </a:r>
            <a:br>
              <a:rPr lang="en-GB" sz="3600" dirty="0"/>
            </a:br>
            <a:br>
              <a:rPr lang="en-GB" sz="3600" dirty="0"/>
            </a:b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399" y="2052735"/>
            <a:ext cx="9425993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This project performs exploratory data analysis on a dataset containing 5,190 healthcare records and 13 attributes.</a:t>
            </a:r>
          </a:p>
          <a:p>
            <a:pPr>
              <a:spcAft>
                <a:spcPts val="1000"/>
              </a:spcAft>
              <a:defRPr sz="1800"/>
            </a:pPr>
            <a:endParaRPr sz="800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The analysis examines doctor visits in relation to gender, age, income, illness level, reduced activity, health status, private insurance, free medical coverage and chronic conditions.</a:t>
            </a:r>
          </a:p>
          <a:p>
            <a:pPr>
              <a:spcAft>
                <a:spcPts val="1000"/>
              </a:spcAft>
              <a:defRPr sz="1800"/>
            </a:pPr>
            <a:endParaRPr sz="800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Using Python-based data analytics and visualization, the project transforms raw healthcare data into understandable insights about factors associated with healthcare utilization.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662013"/>
            <a:ext cx="6639209" cy="802641"/>
          </a:xfrm>
        </p:spPr>
        <p:txBody>
          <a:bodyPr>
            <a:normAutofit/>
          </a:bodyPr>
          <a:lstStyle/>
          <a:p>
            <a:r>
              <a:rPr lang="en-US" sz="3600" dirty="0"/>
              <a:t>WHO ARE THE END USERS?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2016" y="1866583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• Healthcare administrators and hospital managers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Doctors and healthcare professionals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Healthcare data analysts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Insurance and public health organizations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Researchers and students studying healthcare utilization</a:t>
            </a:r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The insights can help stakeholders understand patient visit patterns and identify important health-related factors.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9" y="617179"/>
            <a:ext cx="5306291" cy="847817"/>
          </a:xfrm>
        </p:spPr>
        <p:txBody>
          <a:bodyPr>
            <a:normAutofit/>
          </a:bodyPr>
          <a:lstStyle/>
          <a:p>
            <a:r>
              <a:rPr lang="en-US" sz="3600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8253" y="1776839"/>
            <a:ext cx="1005840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Programming &amp; Analysis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Python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Pandas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NumPy</a:t>
            </a:r>
            <a:endParaRPr lang="en-IN" dirty="0"/>
          </a:p>
          <a:p>
            <a:pPr>
              <a:spcAft>
                <a:spcPts val="1000"/>
              </a:spcAft>
              <a:defRPr sz="19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Visualization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3F03B-2BB3-5E73-CFA6-7D2DD3C0C985}"/>
              </a:ext>
            </a:extLst>
          </p:cNvPr>
          <p:cNvSpPr txBox="1"/>
          <p:nvPr/>
        </p:nvSpPr>
        <p:spPr>
          <a:xfrm>
            <a:off x="4870580" y="1776839"/>
            <a:ext cx="610222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IN" sz="2000" dirty="0"/>
              <a:t>Development Environment</a:t>
            </a:r>
          </a:p>
          <a:p>
            <a:pPr>
              <a:spcAft>
                <a:spcPts val="1000"/>
              </a:spcAft>
              <a:defRPr sz="1900"/>
            </a:pPr>
            <a:r>
              <a:rPr lang="en-IN" sz="1900" dirty="0"/>
              <a:t>• Jupyter Notebook / Python Environment</a:t>
            </a:r>
          </a:p>
          <a:p>
            <a:pPr>
              <a:spcAft>
                <a:spcPts val="1000"/>
              </a:spcAft>
              <a:defRPr sz="2000"/>
            </a:pPr>
            <a:endParaRPr lang="en-IN" sz="2000" dirty="0"/>
          </a:p>
          <a:p>
            <a:pPr>
              <a:spcAft>
                <a:spcPts val="1000"/>
              </a:spcAft>
              <a:defRPr sz="2000"/>
            </a:pPr>
            <a:r>
              <a:rPr lang="en-IN" sz="2000" dirty="0"/>
              <a:t>Dataset Format</a:t>
            </a:r>
          </a:p>
          <a:p>
            <a:pPr>
              <a:spcAft>
                <a:spcPts val="1000"/>
              </a:spcAft>
              <a:defRPr sz="1900"/>
            </a:pPr>
            <a:r>
              <a:rPr lang="en-IN" sz="1900" dirty="0"/>
              <a:t>• CSV (Healthcare Analytics for Doctor Visits)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56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3600" dirty="0"/>
              <a:t>RESULTS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675957" y="1120557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dirty="0"/>
              <a:t>Key Dataset Insights</a:t>
            </a:r>
          </a:p>
          <a:p>
            <a:pPr>
              <a:spcAft>
                <a:spcPts val="1000"/>
              </a:spcAft>
              <a:defRPr sz="1400"/>
            </a:pPr>
            <a:r>
              <a:rPr dirty="0"/>
              <a:t>• Total records analyzed: 5,190</a:t>
            </a:r>
          </a:p>
          <a:p>
            <a:pPr>
              <a:spcAft>
                <a:spcPts val="1000"/>
              </a:spcAft>
              <a:defRPr sz="1400"/>
            </a:pPr>
            <a:r>
              <a:rPr dirty="0"/>
              <a:t>• Average doctor visits: 0.30</a:t>
            </a:r>
          </a:p>
          <a:p>
            <a:pPr>
              <a:spcAft>
                <a:spcPts val="1000"/>
              </a:spcAft>
              <a:defRPr sz="1400"/>
            </a:pPr>
            <a:r>
              <a:rPr dirty="0"/>
              <a:t>• Median doctor visits: 0</a:t>
            </a:r>
          </a:p>
          <a:p>
            <a:pPr>
              <a:spcAft>
                <a:spcPts val="1000"/>
              </a:spcAft>
              <a:defRPr sz="1400"/>
            </a:pPr>
            <a:r>
              <a:rPr dirty="0"/>
              <a:t>• Maximum doctor visits recorded: 9</a:t>
            </a:r>
          </a:p>
          <a:p>
            <a:pPr>
              <a:spcAft>
                <a:spcPts val="1000"/>
              </a:spcAft>
              <a:defRPr sz="1400"/>
            </a:pPr>
            <a:r>
              <a:rPr dirty="0"/>
              <a:t>• Chronic-condition status shows a clear difference in average visit patterns.</a:t>
            </a:r>
          </a:p>
          <a:p>
            <a:pPr>
              <a:spcAft>
                <a:spcPts val="1000"/>
              </a:spcAft>
              <a:defRPr sz="1400"/>
            </a:pPr>
            <a:r>
              <a:rPr dirty="0"/>
              <a:t>• Doctor visits also vary across illness levels and demographic groups.</a:t>
            </a:r>
          </a:p>
        </p:txBody>
      </p:sp>
      <p:pic>
        <p:nvPicPr>
          <p:cNvPr id="32" name="Picture 31" descr="visits_chr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086" y="3921503"/>
            <a:ext cx="2981643" cy="1863527"/>
          </a:xfrm>
          <a:prstGeom prst="rect">
            <a:avLst/>
          </a:prstGeom>
        </p:spPr>
      </p:pic>
      <p:pic>
        <p:nvPicPr>
          <p:cNvPr id="33" name="Picture 32" descr="visits_ill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694" y="3916699"/>
            <a:ext cx="2971364" cy="18571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A8DDBE-9650-17AD-4812-942AD1A450DA}"/>
              </a:ext>
            </a:extLst>
          </p:cNvPr>
          <p:cNvSpPr txBox="1"/>
          <p:nvPr/>
        </p:nvSpPr>
        <p:spPr>
          <a:xfrm>
            <a:off x="979714" y="60089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 Link</a:t>
            </a: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  <a:hlinkClick r:id="rId5"/>
              </a:rPr>
              <a:t>https://github.com/Pranav-3003/Assignment/tree/main/Project2</a:t>
            </a: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2288" y="2971892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566</TotalTime>
  <Words>312</Words>
  <Application>Microsoft Office PowerPoint</Application>
  <PresentationFormat>Widescreen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Pranav Shelke</cp:lastModifiedBy>
  <cp:revision>76</cp:revision>
  <dcterms:created xsi:type="dcterms:W3CDTF">2021-07-11T13:13:15Z</dcterms:created>
  <dcterms:modified xsi:type="dcterms:W3CDTF">2026-08-23T13:03:26Z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