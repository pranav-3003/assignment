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github.com/Pranav-3003/Assignment/tree/main/Project5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sz="2400" b="1"/>
              <a:t>Pranav Shelke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221" y="2794001"/>
            <a:ext cx="8998665" cy="743448"/>
          </a:xfrm>
        </p:spPr>
        <p:txBody>
          <a:bodyPr>
            <a:noAutofit/>
          </a:bodyPr>
          <a:lstStyle/>
          <a:p>
            <a:r>
              <a:rPr sz="4000" b="1" dirty="0"/>
              <a:t>Exploring Global Terrorism Patterns &amp; Trends</a:t>
            </a:r>
            <a:endParaRPr lang="en-IN" sz="40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76" y="72792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3224" y="2077424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rPr dirty="0"/>
              <a:t>Terrorism-related data is distributed across countries and years, making it difficult to identify broad patterns and changes over time.</a:t>
            </a:r>
          </a:p>
          <a:p>
            <a:pPr>
              <a:spcAft>
                <a:spcPts val="800"/>
              </a:spcAft>
              <a:defRPr sz="1900"/>
            </a:pPr>
            <a:endParaRPr dirty="0"/>
          </a:p>
          <a:p>
            <a:pPr>
              <a:spcAft>
                <a:spcPts val="800"/>
              </a:spcAft>
              <a:defRPr sz="1900"/>
            </a:pPr>
            <a:r>
              <a:rPr dirty="0"/>
              <a:t>This project analyzes the provided global dataset to: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Examine recorded incidents, fatalities, injuries and hostages.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Identify trends across the available years.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Compare countries based on recorded incident counts and impact.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Transform raw data into clear visual insights for analytical exploration.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882345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3893" y="2395187"/>
            <a:ext cx="9321283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This project performs exploratory data analysis on 1,793 country-year records covering the period 2012–2022.</a:t>
            </a:r>
          </a:p>
          <a:p>
            <a:pPr>
              <a:spcAft>
                <a:spcPts val="800"/>
              </a:spcAft>
              <a:defRPr sz="1800"/>
            </a:pPr>
            <a:endParaRPr sz="1000" dirty="0"/>
          </a:p>
          <a:p>
            <a:pPr>
              <a:spcAft>
                <a:spcPts val="800"/>
              </a:spcAft>
              <a:defRPr sz="1800"/>
            </a:pPr>
            <a:r>
              <a:rPr dirty="0"/>
              <a:t>The dataset contains country-level information including terrorism score, rank, incidents, fatalities, injuries and hostages.</a:t>
            </a:r>
          </a:p>
          <a:p>
            <a:pPr>
              <a:spcAft>
                <a:spcPts val="800"/>
              </a:spcAft>
              <a:defRPr sz="1800"/>
            </a:pPr>
            <a:endParaRPr sz="1000" dirty="0"/>
          </a:p>
          <a:p>
            <a:pPr>
              <a:spcAft>
                <a:spcPts val="800"/>
              </a:spcAft>
              <a:defRPr sz="1800"/>
            </a:pPr>
            <a:r>
              <a:rPr dirty="0"/>
              <a:t>Using Python-based analysis and visualization, the project aggregates the data by year and country to explore temporal patterns and compare recorded impacts across countries.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008" y="2230538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• Data analysts and researchers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Policy and strategic analysis teams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Academic researchers and students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International studies and security researchers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Organizations working with historical risk and trend data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The project provides a structured way to explore country-level and year-wise patterns in the supplied dataset.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6955" y="1606679"/>
            <a:ext cx="35363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Programming &amp; Analysis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Python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Pandas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NumPy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Visualization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Matplotlib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E3793-FF32-B6EF-FE23-C149A2C63F5C}"/>
              </a:ext>
            </a:extLst>
          </p:cNvPr>
          <p:cNvSpPr txBox="1"/>
          <p:nvPr/>
        </p:nvSpPr>
        <p:spPr>
          <a:xfrm>
            <a:off x="4638210" y="1606679"/>
            <a:ext cx="291558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lang="en-IN" sz="2000" dirty="0"/>
              <a:t>Development Environment</a:t>
            </a:r>
          </a:p>
          <a:p>
            <a:pPr>
              <a:spcAft>
                <a:spcPts val="800"/>
              </a:spcAft>
              <a:defRPr sz="2000"/>
            </a:pPr>
            <a:r>
              <a:rPr lang="en-IN" sz="2000" dirty="0"/>
              <a:t>• Jupyter Notebook / Python Environment</a:t>
            </a:r>
          </a:p>
          <a:p>
            <a:pPr>
              <a:spcAft>
                <a:spcPts val="800"/>
              </a:spcAft>
              <a:defRPr sz="2000"/>
            </a:pPr>
            <a:endParaRPr lang="en-IN" sz="2000" dirty="0"/>
          </a:p>
          <a:p>
            <a:pPr>
              <a:spcAft>
                <a:spcPts val="800"/>
              </a:spcAft>
              <a:defRPr sz="2000"/>
            </a:pPr>
            <a:r>
              <a:rPr lang="en-IN" sz="2000" dirty="0"/>
              <a:t>Dataset Format</a:t>
            </a:r>
          </a:p>
          <a:p>
            <a:pPr>
              <a:spcAft>
                <a:spcPts val="800"/>
              </a:spcAft>
              <a:defRPr sz="2000"/>
            </a:pPr>
            <a:r>
              <a:rPr lang="en-IN" sz="2000" dirty="0"/>
              <a:t>• Excel (.xlsx) – Global Trends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9168910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: </a:t>
            </a:r>
            <a:r>
              <a:rPr lang="en-GB" sz="1700" b="0" u="sng" dirty="0">
                <a:solidFill>
                  <a:srgbClr val="0070C0"/>
                </a:solidFill>
                <a:hlinkClick r:id="rId4"/>
              </a:rPr>
              <a:t>https://github.com/Pranav-3003/Assignment/tree/main/Project5</a:t>
            </a:r>
            <a:r>
              <a:rPr lang="en-GB" sz="1700" b="0" u="sng" dirty="0">
                <a:solidFill>
                  <a:srgbClr val="0070C0"/>
                </a:solidFill>
              </a:rPr>
              <a:t> </a:t>
            </a:r>
            <a:endParaRPr lang="en-IN" sz="1700" b="0" u="sng" dirty="0">
              <a:solidFill>
                <a:srgbClr val="0070C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2959" y="1712605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dirty="0"/>
              <a:t>Key Dataset Results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Total country-year records: 1,793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Period covered: 2012–2022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Total recorded incidents: 47,873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Total recorded fatalities: 95,993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Total recorded injuries: 133,738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Year-wise and country-wise aggregation highlights meaningful variations in recorded impact across the dataset.</a:t>
            </a:r>
          </a:p>
        </p:txBody>
      </p:sp>
      <p:pic>
        <p:nvPicPr>
          <p:cNvPr id="32" name="Picture 31" descr="incidents_y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188720"/>
            <a:ext cx="3420602" cy="2137876"/>
          </a:xfrm>
          <a:prstGeom prst="rect">
            <a:avLst/>
          </a:prstGeom>
        </p:spPr>
      </p:pic>
      <p:pic>
        <p:nvPicPr>
          <p:cNvPr id="33" name="Picture 32" descr="top_countries_incid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413247"/>
            <a:ext cx="3420602" cy="213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2288" y="2799684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562</TotalTime>
  <Words>305</Words>
  <Application>Microsoft Office PowerPoint</Application>
  <PresentationFormat>Widescreen</PresentationFormat>
  <Paragraphs>50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Exploring Global Terrorism Patterns &amp; Trends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Pranav Shelke</cp:lastModifiedBy>
  <cp:revision>75</cp:revision>
  <dcterms:created xsi:type="dcterms:W3CDTF">2021-07-11T13:13:15Z</dcterms:created>
  <dcterms:modified xsi:type="dcterms:W3CDTF">2026-08-23T13:07:34Z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