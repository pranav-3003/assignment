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nav-3003/Assignment/tree/main/Project3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636522"/>
            <a:ext cx="3400089" cy="861497"/>
          </a:xfrm>
        </p:spPr>
        <p:txBody>
          <a:bodyPr/>
          <a:lstStyle/>
          <a:p>
            <a:pPr algn="r"/>
            <a:r>
              <a:rPr sz="2400" b="1" dirty="0"/>
              <a:t>Pranav Shelke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057276"/>
            <a:ext cx="9707791" cy="743448"/>
          </a:xfrm>
        </p:spPr>
        <p:txBody>
          <a:bodyPr>
            <a:noAutofit/>
          </a:bodyPr>
          <a:lstStyle/>
          <a:p>
            <a:r>
              <a:rPr sz="4000" b="1" dirty="0"/>
              <a:t>Retail Insights from Superstore Data</a:t>
            </a:r>
            <a:endParaRPr lang="en-IN" sz="40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69" y="72792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7869" y="2077424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rPr dirty="0"/>
              <a:t>Retail businesses generate large volumes of transactional data, making it difficult to quickly identify profitable products, regions and business segments.</a:t>
            </a:r>
          </a:p>
          <a:p>
            <a:pPr>
              <a:spcAft>
                <a:spcPts val="800"/>
              </a:spcAft>
              <a:defRPr sz="1900"/>
            </a:pPr>
            <a:endParaRPr dirty="0"/>
          </a:p>
          <a:p>
            <a:pPr>
              <a:spcAft>
                <a:spcPts val="800"/>
              </a:spcAft>
              <a:defRPr sz="1900"/>
            </a:pPr>
            <a:r>
              <a:rPr dirty="0"/>
              <a:t>This project analyzes Superstore sales data to: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Understand overall sales, quantity and profit performance.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Compare performance across categories, sub-categories and regions.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Identify profitable and loss-making areas.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• Generate actionable insights to support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359" y="2318657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rPr dirty="0"/>
              <a:t>This project performs exploratory data analysis on 9,994 retail transactions with 13 business attributes.</a:t>
            </a:r>
          </a:p>
          <a:p>
            <a:pPr>
              <a:spcAft>
                <a:spcPts val="800"/>
              </a:spcAft>
              <a:defRPr sz="1800"/>
            </a:pP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/>
              <a:t>The dataset contains information about shipping mode, customer segment, location, product category, sub-category, sales, quantity, discount and profit.</a:t>
            </a:r>
          </a:p>
          <a:p>
            <a:pPr>
              <a:spcAft>
                <a:spcPts val="800"/>
              </a:spcAft>
              <a:defRPr sz="1800"/>
            </a:pP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/>
              <a:t>Using Python data analytics and visualization techniques, the project identifies sales trends, regional performance, category-wise results and opportunities for improving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0008" y="2099231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• Retail business owners and managers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Sales and marketing teams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Business and data analysts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Inventory and operations managers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Students and researchers interested in retail analytics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The analysis helps stakeholders understand business performance and make more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6178" y="1572081"/>
            <a:ext cx="10058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dirty="0"/>
              <a:t>Programming &amp; Analysis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Python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Pandas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NumPy</a:t>
            </a:r>
          </a:p>
          <a:p>
            <a:pPr>
              <a:spcAft>
                <a:spcPts val="800"/>
              </a:spcAft>
              <a:defRPr sz="2000"/>
            </a:pPr>
            <a:endParaRPr sz="800"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Visualization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• Matplotlib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1D337-F3FB-4FF7-6018-3B6616E846C2}"/>
              </a:ext>
            </a:extLst>
          </p:cNvPr>
          <p:cNvSpPr txBox="1"/>
          <p:nvPr/>
        </p:nvSpPr>
        <p:spPr>
          <a:xfrm>
            <a:off x="5226178" y="1572081"/>
            <a:ext cx="610222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US" sz="2000" dirty="0"/>
              <a:t>Development Environment</a:t>
            </a:r>
          </a:p>
          <a:p>
            <a:pPr>
              <a:spcAft>
                <a:spcPts val="800"/>
              </a:spcAft>
              <a:defRPr sz="2000"/>
            </a:pPr>
            <a:r>
              <a:rPr lang="en-US" sz="2000" dirty="0"/>
              <a:t>• Jupyter Notebook / Python Environment</a:t>
            </a:r>
          </a:p>
          <a:p>
            <a:pPr>
              <a:spcAft>
                <a:spcPts val="800"/>
              </a:spcAft>
              <a:defRPr sz="2000"/>
            </a:pPr>
            <a:endParaRPr lang="en-US" sz="800" dirty="0"/>
          </a:p>
          <a:p>
            <a:pPr>
              <a:spcAft>
                <a:spcPts val="800"/>
              </a:spcAft>
              <a:defRPr sz="2000"/>
            </a:pPr>
            <a:r>
              <a:rPr lang="en-US" sz="2000" dirty="0"/>
              <a:t>Dataset Format</a:t>
            </a:r>
          </a:p>
          <a:p>
            <a:pPr>
              <a:spcAft>
                <a:spcPts val="800"/>
              </a:spcAft>
              <a:defRPr sz="2000"/>
            </a:pPr>
            <a:r>
              <a:rPr lang="en-US" sz="2000" dirty="0"/>
              <a:t>• CSV – Superstore Retail Data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8357147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1800" b="0" u="sng" dirty="0">
                <a:solidFill>
                  <a:srgbClr val="0070C0"/>
                </a:solidFill>
              </a:rPr>
              <a:t>Demo Link:  </a:t>
            </a:r>
            <a:r>
              <a:rPr lang="en-GB" sz="1800" b="0" u="sng" dirty="0">
                <a:solidFill>
                  <a:srgbClr val="0070C0"/>
                </a:solidFill>
                <a:hlinkClick r:id="rId3"/>
              </a:rPr>
              <a:t>https://github.com/Pranav-3003/Assignment/tree/main/Project3</a:t>
            </a:r>
            <a:r>
              <a:rPr lang="en-GB" sz="1800" b="0" u="sng" dirty="0">
                <a:solidFill>
                  <a:srgbClr val="0070C0"/>
                </a:solidFill>
              </a:rPr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5957" y="1441832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rPr dirty="0"/>
              <a:t>Key Results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Total transactions analyzed: 9,994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Total sales: $2,297,200.86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Total profit: $286,397.02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Average profit per transaction: $28.66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Category and regional analysis reveals clear differences in sales and profitability.</a:t>
            </a:r>
          </a:p>
          <a:p>
            <a:pPr>
              <a:spcAft>
                <a:spcPts val="800"/>
              </a:spcAft>
              <a:defRPr sz="1500"/>
            </a:pPr>
            <a:r>
              <a:rPr dirty="0"/>
              <a:t>• Sub-category analysis helps identify both high-performing and loss-making product areas.</a:t>
            </a:r>
          </a:p>
        </p:txBody>
      </p:sp>
      <p:pic>
        <p:nvPicPr>
          <p:cNvPr id="32" name="Picture 31" descr="profit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766" y="1088759"/>
            <a:ext cx="3502488" cy="2251600"/>
          </a:xfrm>
          <a:prstGeom prst="rect">
            <a:avLst/>
          </a:prstGeom>
        </p:spPr>
      </p:pic>
      <p:pic>
        <p:nvPicPr>
          <p:cNvPr id="33" name="Picture 32" descr="profit_subcateg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767" y="3340359"/>
            <a:ext cx="3502488" cy="211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2288" y="2799684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578</TotalTime>
  <Words>302</Words>
  <Application>Microsoft Office PowerPoint</Application>
  <PresentationFormat>Widescreen</PresentationFormat>
  <Paragraphs>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Retail Insights from Superstore Data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Pranav Shelke</cp:lastModifiedBy>
  <cp:revision>75</cp:revision>
  <dcterms:created xsi:type="dcterms:W3CDTF">2021-07-11T13:13:15Z</dcterms:created>
  <dcterms:modified xsi:type="dcterms:W3CDTF">2026-08-23T13:05:12Z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